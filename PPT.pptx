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D2AA-175D-0FED-E1EC-5FE6F576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EDA4C-E8FE-F853-965E-0F145B238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EF5E4-6D5B-5A2E-647E-F0FFAEBC5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0010-9ADB-8D32-B315-8F343241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63911-EC50-302C-0488-C43F6728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8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BC7A-CB00-D664-D3F9-29499879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63F7-509A-4B77-B81A-2EC891F2C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A0CA3-9A28-65B9-1830-0D1A5DFE8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38560-890A-43BD-81FB-4A28C2A9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96B0A-8609-36DD-3FFE-A2A89BA9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5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4570-1F67-63A6-2E47-9FD34707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0F4DB-6C94-3ED3-0A31-B85051E1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0348-33F4-9545-F0C6-A1D93A1E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30519-B398-DC29-CAFF-0DD2E664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E9776-7332-9B21-912F-807DDC18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03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9F4A-E0A3-4047-501A-0788085B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34E44-35C6-A743-BA71-BBF5D3474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19204-787B-D17E-7FA3-67776FCCA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0A663-DB76-546E-C1BA-30AA7DA3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4F52-5957-ECEB-3405-925C7EAE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223A4-8484-C557-856D-D2F7FDC3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79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A5BF-DD02-E8DC-768E-99E1989C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BDA57-845C-EB06-BD82-3D479404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75B51-4A58-3C7D-4AAC-D2E00DFB8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D6D1C-C1B1-3746-DF01-6F7992C0F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77B51-8311-42C0-4A37-76DF78D17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09913-C021-BC7F-4693-D7A69A3A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CB4396-0327-E797-BF80-1C951916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9B6AE-BA7B-EF7B-DE0C-D8506D24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8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7A26-B5FA-39CB-A4ED-9DE1286C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14046-E9BF-A0FC-D6D9-80B0F6FD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AF872-84EC-4DF6-9DBB-1F4C3C75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7DD68-44CA-9168-9B79-9C1BABE1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57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55F48-FE98-D65D-0A93-0635EF98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B47F3-EF58-DF60-02C3-0E98A927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A449C-70BC-5DCC-6043-53BD962A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75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0869-3CC8-0978-D16B-7665B59F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23A7-0F98-24C5-03AF-AB4DDCB28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A9C18-55C4-E328-008D-4EC08D423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6A011-7116-4690-E696-830C89EB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A263B-094E-6486-2CFA-4A1F7778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2EFFE-D5C6-1E9D-5CF2-20E3B66A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55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6694-79DB-635D-6306-C7D44FDD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D75EB-5567-D1F6-6BEB-E2ABF3219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55851-456C-E1D3-05A0-0A4DA79F9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049BD-6579-7220-B309-3B7558E48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6B269-1FA8-CCC9-4366-51F7FBC8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F5FCE-8F99-B18C-BB54-C4B3D439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1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07DE-1B16-601B-7F27-D8B8BC8F2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7B31F-78FF-CC08-1F53-7BE062978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4B890-BC17-9684-F4F9-F9EF59FB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AA32A-8BFD-91A8-970D-B4AA23CD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0F080-746B-8E3E-2628-D5B23518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70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D2016-0982-5792-0189-F2F548B82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E8866-3746-2326-55B0-2455A5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60A0-63A9-B638-D2D6-5B35FB99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1470F-16B3-D0D1-2B25-85C04A4E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2A1E4-4F5F-F5F5-D11E-291A164A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8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0023E-13DE-15F9-2F2B-B71A6266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CDB62-94E3-C39F-D9B8-8EF0E9626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B55F-3324-E0D8-255E-2A57C67C5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9D54D-8AA8-4B5B-AA58-B2A6B88D8389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200B3-8132-944B-0619-207DF6816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46DDF-FB0B-8CDD-450C-F1F93949B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8017B-0C05-4371-863B-2030A3BD0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5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681E-73AD-FD56-3B3E-05FB853BC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ACE51-B22E-0FAA-B279-952D3CFDE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D3AF0-3ABF-D67C-0B39-1F90146FA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" y="0"/>
            <a:ext cx="12132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7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RAY</dc:creator>
  <cp:lastModifiedBy>SUBHADIP RAY</cp:lastModifiedBy>
  <cp:revision>1</cp:revision>
  <dcterms:created xsi:type="dcterms:W3CDTF">2026-08-19T10:51:14Z</dcterms:created>
  <dcterms:modified xsi:type="dcterms:W3CDTF">2026-08-19T10:51:22Z</dcterms:modified>
</cp:coreProperties>
</file>